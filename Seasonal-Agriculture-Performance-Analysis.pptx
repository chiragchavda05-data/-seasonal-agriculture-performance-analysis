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8" r:id="rId16"/>
    <p:sldId id="341" r:id="rId17"/>
    <p:sldId id="342" r:id="rId18"/>
    <p:sldId id="34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>
        <p:scale>
          <a:sx n="60" d="100"/>
          <a:sy n="60" d="100"/>
        </p:scale>
        <p:origin x="828" y="11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iragchavda05-data/-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8043" y="3488497"/>
            <a:ext cx="7578997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Student Name :-Chavda Chirag </a:t>
            </a:r>
            <a:r>
              <a:rPr lang="en-US" b="0" dirty="0" err="1">
                <a:solidFill>
                  <a:schemeClr val="tx1"/>
                </a:solidFill>
              </a:rPr>
              <a:t>Laxmanbhai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College Name- Gandhinagar University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44" y="2745049"/>
            <a:ext cx="10731316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 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044022" y="2843337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2928446" y="4448282"/>
            <a:ext cx="573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STU6960e9dc5b1461767959004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977156"/>
            <a:ext cx="643128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>
              <a:lnSpc>
                <a:spcPct val="100000"/>
              </a:lnSpc>
            </a:pPr>
            <a:r>
              <a:rPr lang="en-US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>
              <a:lnSpc>
                <a:spcPct val="100000"/>
              </a:lnSpc>
            </a:pPr>
            <a:r>
              <a:rPr lang="en-US" dirty="0"/>
              <a:t> 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877801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1353853"/>
            <a:ext cx="5435601" cy="505427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098E37-6797-8F13-A9F3-CA02C2DB8058}"/>
              </a:ext>
            </a:extLst>
          </p:cNvPr>
          <p:cNvSpPr txBox="1"/>
          <p:nvPr/>
        </p:nvSpPr>
        <p:spPr>
          <a:xfrm>
            <a:off x="660399" y="2284274"/>
            <a:ext cx="70307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Domain: Agriculture</a:t>
            </a:r>
          </a:p>
          <a:p>
            <a:r>
              <a:rPr lang="en-US" sz="2400" dirty="0"/>
              <a:t>Tools: Python, Pandas, NumPy, Matplotlib, Seaborn</a:t>
            </a:r>
          </a:p>
          <a:p>
            <a:r>
              <a:rPr lang="en-US" sz="2400" dirty="0"/>
              <a:t>Dataset: 4000 farm records | 3 Seasons | 8 Crops | 8 States | 28 Features</a:t>
            </a:r>
          </a:p>
          <a:p>
            <a:r>
              <a:rPr lang="en-US" sz="2400" dirty="0"/>
              <a:t>Goal: Investigate seasonal agricultural performance patterns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600" dirty="0"/>
              <a:t>- Farmers – to plan crops seasonally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- Agricultural Officers – for regional planning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- Government Policy Makers – for resource allocation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- Agricultural Research Institutions</a:t>
            </a:r>
          </a:p>
          <a:p>
            <a:pPr algn="just">
              <a:lnSpc>
                <a:spcPct val="150000"/>
              </a:lnSpc>
            </a:pPr>
            <a:r>
              <a:rPr lang="en-US" sz="3600" dirty="0"/>
              <a:t>- Agribusiness Companies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/>
              <a:t>- Python 3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- Pandas – Data cleaning &amp; manipulation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- NumPy – Numerical analysis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- Matplotlib – Data visualization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- Seaborn – Statistical plots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- Jupyter Notebook – Development environment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- GitHub – Version control &amp; submission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3EACF5-2B59-B4FA-4422-F0A65A513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640" y="1608410"/>
            <a:ext cx="4425514" cy="32241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DD2C0F-6760-6F31-CFCE-4F7126294EEF}"/>
              </a:ext>
            </a:extLst>
          </p:cNvPr>
          <p:cNvSpPr txBox="1"/>
          <p:nvPr/>
        </p:nvSpPr>
        <p:spPr>
          <a:xfrm>
            <a:off x="686117" y="1247894"/>
            <a:ext cx="2988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Overview &amp; Cleaning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4E31D6-65B3-7825-27A0-D880ED20B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60" y="1774415"/>
            <a:ext cx="4734560" cy="30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7484" y="1201586"/>
            <a:ext cx="2515156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Univariate Analysis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B468A-2081-2A98-D69D-E67A0BA87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84" y="1666675"/>
            <a:ext cx="4041601" cy="24458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266419-676A-3511-E1FE-E89768EC5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264" y="1666675"/>
            <a:ext cx="3825240" cy="24458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255A22-8BAF-05F9-F736-03DE8D508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752" y="4374872"/>
            <a:ext cx="4063132" cy="211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201586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Bivariate Analysis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6D8ABC-57B5-A075-674F-10FCEC75F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674" y="4265143"/>
            <a:ext cx="4634513" cy="22222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673226-389E-CAAB-F82D-E7FA092AD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761" y="1738184"/>
            <a:ext cx="4257039" cy="23415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0D053F-9317-29EB-5607-05AC688EE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57" y="1738184"/>
            <a:ext cx="4634513" cy="234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130890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Multivariate &amp; Seasonal Analysis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53626E-DE6C-4BAA-24C7-64F6F8E70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412" y="4052650"/>
            <a:ext cx="4660552" cy="2367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9C6F47-EA3A-23D5-BD00-11A50CBD2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621710"/>
            <a:ext cx="4437562" cy="21609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6043BE-1505-4CFD-B309-E1675D7EB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183" y="1608410"/>
            <a:ext cx="4437562" cy="216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130890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Student Analyses &amp; Key Findings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17FA16-0E85-80C7-D9D1-B2E4C57C4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644" y="4236111"/>
            <a:ext cx="4457979" cy="22358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FF6337-4CE9-EEB0-BE53-8D5AB5B76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682195"/>
            <a:ext cx="4275139" cy="22919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4BD0B4-BD3D-6C69-B289-6EB524586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2054" y="1682195"/>
            <a:ext cx="4275139" cy="22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9F40B-FFD8-3E6D-BA3A-2E0FA104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DD3607-D94B-2B1B-7E16-D47423D2FF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288464C-6A16-FDBD-1947-F7BA5DF5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EA62902-096A-89CE-1853-71BB12AE870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3C589CD-3C43-6E6F-9B4D-C27F1F93E2F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0480149-0224-224B-5FEC-EC4C3E98A9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130890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Outlier Analysis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2A48F1-5C60-FE5A-3599-832230465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60" y="1682195"/>
            <a:ext cx="3743643" cy="2044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E5F833-411C-61DF-0D18-54C69FCE7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797" y="1682195"/>
            <a:ext cx="3743643" cy="20447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6B3CDC-E1CA-A840-6E81-5FFEFCC52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260" y="3946519"/>
            <a:ext cx="3743643" cy="20447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FA7FB2-5618-F774-CE5F-C9750A570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796" y="3946518"/>
            <a:ext cx="3743643" cy="204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1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9A511-E97C-D496-858C-F8AA556C9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5DD010-1FB7-860B-C1BE-7233168D6F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36F5B44-9333-7329-BEEA-AA637168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E9318BC-C139-9B7C-7FE0-257B036E7B44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ADD7059-EC9D-9C4A-D587-4729EE9C578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7D085A8-FED5-9CEB-628F-CE2750DB72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2" y="1130890"/>
            <a:ext cx="5177027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Insight , Recommendations &amp; 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FAD286-71DC-1333-D1B1-C818D26E7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895333"/>
            <a:ext cx="4150043" cy="2260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382933-1F08-13EE-4269-324DA322A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655" y="1895333"/>
            <a:ext cx="4280694" cy="22601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201586-93C9-6104-ADD1-DB241692C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082" y="4383336"/>
            <a:ext cx="4496117" cy="218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9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517" y="777413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AF5F6B-2F0D-568A-0EF7-82B46832BD6A}"/>
              </a:ext>
            </a:extLst>
          </p:cNvPr>
          <p:cNvSpPr txBox="1"/>
          <p:nvPr/>
        </p:nvSpPr>
        <p:spPr>
          <a:xfrm>
            <a:off x="543041" y="2106367"/>
            <a:ext cx="69651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- Integrate real-time weather data for live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- Include year-over-year trend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- Expand dataset to cover more Indian states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- Add soil test report data for deeper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- Build crop recommendation system using 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- Include market price forecasting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256" y="1525950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EAA70B-7A1E-E067-DB81-CB370F139B00}"/>
              </a:ext>
            </a:extLst>
          </p:cNvPr>
          <p:cNvSpPr txBox="1"/>
          <p:nvPr/>
        </p:nvSpPr>
        <p:spPr>
          <a:xfrm>
            <a:off x="729256" y="2530547"/>
            <a:ext cx="86230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https://github.com/chiragchavda05-data/-Seasonal-Agriculture-Performance-Analysis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71DE74-4CA6-3515-9386-DB786F15C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19" y="1558807"/>
            <a:ext cx="6685280" cy="392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2373163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1444</TotalTime>
  <Words>334</Words>
  <Application>Microsoft Office PowerPoint</Application>
  <PresentationFormat>Widescreen</PresentationFormat>
  <Paragraphs>55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Chavda Chirag</cp:lastModifiedBy>
  <cp:revision>103</cp:revision>
  <dcterms:created xsi:type="dcterms:W3CDTF">2021-07-11T13:13:15Z</dcterms:created>
  <dcterms:modified xsi:type="dcterms:W3CDTF">2026-09-09T17:05:41Z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